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9B4905-1239-EF06-7F75-E0971D0D5016}" v="119" dt="2025-05-12T09:08:36.5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çem Yıldırım" userId="S::302961230@student.rocmondriaan.nl::7361b82d-f689-4f87-a8d4-4a0d8ebdf073" providerId="AD" clId="Web-{689B4905-1239-EF06-7F75-E0971D0D5016}"/>
    <pc:docChg chg="modSld">
      <pc:chgData name="Berçem Yıldırım" userId="S::302961230@student.rocmondriaan.nl::7361b82d-f689-4f87-a8d4-4a0d8ebdf073" providerId="AD" clId="Web-{689B4905-1239-EF06-7F75-E0971D0D5016}" dt="2025-05-12T09:08:36.511" v="118" actId="1076"/>
      <pc:docMkLst>
        <pc:docMk/>
      </pc:docMkLst>
      <pc:sldChg chg="addSp delSp modSp">
        <pc:chgData name="Berçem Yıldırım" userId="S::302961230@student.rocmondriaan.nl::7361b82d-f689-4f87-a8d4-4a0d8ebdf073" providerId="AD" clId="Web-{689B4905-1239-EF06-7F75-E0971D0D5016}" dt="2025-05-12T09:08:36.511" v="118" actId="1076"/>
        <pc:sldMkLst>
          <pc:docMk/>
          <pc:sldMk cId="3351439039" sldId="256"/>
        </pc:sldMkLst>
        <pc:spChg chg="del">
          <ac:chgData name="Berçem Yıldırım" userId="S::302961230@student.rocmondriaan.nl::7361b82d-f689-4f87-a8d4-4a0d8ebdf073" providerId="AD" clId="Web-{689B4905-1239-EF06-7F75-E0971D0D5016}" dt="2025-05-12T08:19:47.715" v="0"/>
          <ac:spMkLst>
            <pc:docMk/>
            <pc:sldMk cId="3351439039" sldId="256"/>
            <ac:spMk id="2" creationId="{00000000-0000-0000-0000-000000000000}"/>
          </ac:spMkLst>
        </pc:spChg>
        <pc:spChg chg="del">
          <ac:chgData name="Berçem Yıldırım" userId="S::302961230@student.rocmondriaan.nl::7361b82d-f689-4f87-a8d4-4a0d8ebdf073" providerId="AD" clId="Web-{689B4905-1239-EF06-7F75-E0971D0D5016}" dt="2025-05-12T08:19:51.418" v="1"/>
          <ac:spMkLst>
            <pc:docMk/>
            <pc:sldMk cId="3351439039" sldId="256"/>
            <ac:spMk id="3" creationId="{00000000-0000-0000-0000-000000000000}"/>
          </ac:spMkLst>
        </pc:spChg>
        <pc:spChg chg="add mod">
          <ac:chgData name="Berçem Yıldırım" userId="S::302961230@student.rocmondriaan.nl::7361b82d-f689-4f87-a8d4-4a0d8ebdf073" providerId="AD" clId="Web-{689B4905-1239-EF06-7F75-E0971D0D5016}" dt="2025-05-12T08:57:28.912" v="89" actId="20577"/>
          <ac:spMkLst>
            <pc:docMk/>
            <pc:sldMk cId="3351439039" sldId="256"/>
            <ac:spMk id="4" creationId="{6A1136AE-B15B-56E9-C3A1-E45D99CE4429}"/>
          </ac:spMkLst>
        </pc:spChg>
        <pc:picChg chg="add mod">
          <ac:chgData name="Berçem Yıldırım" userId="S::302961230@student.rocmondriaan.nl::7361b82d-f689-4f87-a8d4-4a0d8ebdf073" providerId="AD" clId="Web-{689B4905-1239-EF06-7F75-E0971D0D5016}" dt="2025-05-12T09:02:30.687" v="104" actId="1076"/>
          <ac:picMkLst>
            <pc:docMk/>
            <pc:sldMk cId="3351439039" sldId="256"/>
            <ac:picMk id="2" creationId="{D27AA21F-0886-1B95-A4AA-9878B5FB49ED}"/>
          </ac:picMkLst>
        </pc:picChg>
        <pc:picChg chg="add del mod">
          <ac:chgData name="Berçem Yıldırım" userId="S::302961230@student.rocmondriaan.nl::7361b82d-f689-4f87-a8d4-4a0d8ebdf073" providerId="AD" clId="Web-{689B4905-1239-EF06-7F75-E0971D0D5016}" dt="2025-05-12T09:01:25.904" v="103"/>
          <ac:picMkLst>
            <pc:docMk/>
            <pc:sldMk cId="3351439039" sldId="256"/>
            <ac:picMk id="3" creationId="{AF431D6E-D03B-D04D-CF9B-4D03EA6880E5}"/>
          </ac:picMkLst>
        </pc:picChg>
        <pc:picChg chg="add mod">
          <ac:chgData name="Berçem Yıldırım" userId="S::302961230@student.rocmondriaan.nl::7361b82d-f689-4f87-a8d4-4a0d8ebdf073" providerId="AD" clId="Web-{689B4905-1239-EF06-7F75-E0971D0D5016}" dt="2025-05-12T09:02:36.781" v="105" actId="1076"/>
          <ac:picMkLst>
            <pc:docMk/>
            <pc:sldMk cId="3351439039" sldId="256"/>
            <ac:picMk id="5" creationId="{836D79FC-1859-754C-DDBE-2EA12729818E}"/>
          </ac:picMkLst>
        </pc:picChg>
        <pc:picChg chg="add mod">
          <ac:chgData name="Berçem Yıldırım" userId="S::302961230@student.rocmondriaan.nl::7361b82d-f689-4f87-a8d4-4a0d8ebdf073" providerId="AD" clId="Web-{689B4905-1239-EF06-7F75-E0971D0D5016}" dt="2025-05-12T08:28:02.921" v="81" actId="1076"/>
          <ac:picMkLst>
            <pc:docMk/>
            <pc:sldMk cId="3351439039" sldId="256"/>
            <ac:picMk id="6" creationId="{1855C0F8-319B-FC20-472C-EE1E9A2DB9B3}"/>
          </ac:picMkLst>
        </pc:picChg>
        <pc:picChg chg="add mod">
          <ac:chgData name="Berçem Yıldırım" userId="S::302961230@student.rocmondriaan.nl::7361b82d-f689-4f87-a8d4-4a0d8ebdf073" providerId="AD" clId="Web-{689B4905-1239-EF06-7F75-E0971D0D5016}" dt="2025-05-12T08:27:36.373" v="69" actId="1076"/>
          <ac:picMkLst>
            <pc:docMk/>
            <pc:sldMk cId="3351439039" sldId="256"/>
            <ac:picMk id="7" creationId="{285584D9-3026-307F-C5C1-C2DCF08E022E}"/>
          </ac:picMkLst>
        </pc:picChg>
        <pc:picChg chg="add mod">
          <ac:chgData name="Berçem Yıldırım" userId="S::302961230@student.rocmondriaan.nl::7361b82d-f689-4f87-a8d4-4a0d8ebdf073" providerId="AD" clId="Web-{689B4905-1239-EF06-7F75-E0971D0D5016}" dt="2025-05-12T08:27:37.998" v="70" actId="1076"/>
          <ac:picMkLst>
            <pc:docMk/>
            <pc:sldMk cId="3351439039" sldId="256"/>
            <ac:picMk id="8" creationId="{665AE7DD-840C-4538-FF72-7B5F967CC0BE}"/>
          </ac:picMkLst>
        </pc:picChg>
        <pc:picChg chg="add mod">
          <ac:chgData name="Berçem Yıldırım" userId="S::302961230@student.rocmondriaan.nl::7361b82d-f689-4f87-a8d4-4a0d8ebdf073" providerId="AD" clId="Web-{689B4905-1239-EF06-7F75-E0971D0D5016}" dt="2025-05-12T09:00:54.449" v="102" actId="1076"/>
          <ac:picMkLst>
            <pc:docMk/>
            <pc:sldMk cId="3351439039" sldId="256"/>
            <ac:picMk id="9" creationId="{5DA20AB6-F1F2-3C1D-A4DB-D6096A6087EC}"/>
          </ac:picMkLst>
        </pc:picChg>
        <pc:picChg chg="add del mod">
          <ac:chgData name="Berçem Yıldırım" userId="S::302961230@student.rocmondriaan.nl::7361b82d-f689-4f87-a8d4-4a0d8ebdf073" providerId="AD" clId="Web-{689B4905-1239-EF06-7F75-E0971D0D5016}" dt="2025-05-12T08:27:36.248" v="68"/>
          <ac:picMkLst>
            <pc:docMk/>
            <pc:sldMk cId="3351439039" sldId="256"/>
            <ac:picMk id="9" creationId="{928EBFCB-1B9A-368D-BD97-69BAE733CB47}"/>
          </ac:picMkLst>
        </pc:picChg>
        <pc:picChg chg="add mod">
          <ac:chgData name="Berçem Yıldırım" userId="S::302961230@student.rocmondriaan.nl::7361b82d-f689-4f87-a8d4-4a0d8ebdf073" providerId="AD" clId="Web-{689B4905-1239-EF06-7F75-E0971D0D5016}" dt="2025-05-12T08:27:46.420" v="73" actId="1076"/>
          <ac:picMkLst>
            <pc:docMk/>
            <pc:sldMk cId="3351439039" sldId="256"/>
            <ac:picMk id="10" creationId="{83AF87F5-776A-8DBC-AF2E-30F057690C40}"/>
          </ac:picMkLst>
        </pc:picChg>
        <pc:picChg chg="add del mod">
          <ac:chgData name="Berçem Yıldırım" userId="S::302961230@student.rocmondriaan.nl::7361b82d-f689-4f87-a8d4-4a0d8ebdf073" providerId="AD" clId="Web-{689B4905-1239-EF06-7F75-E0971D0D5016}" dt="2025-05-12T08:27:49.092" v="74"/>
          <ac:picMkLst>
            <pc:docMk/>
            <pc:sldMk cId="3351439039" sldId="256"/>
            <ac:picMk id="11" creationId="{9133719A-F30D-1021-1D89-712D7D95CB8F}"/>
          </ac:picMkLst>
        </pc:picChg>
        <pc:picChg chg="add mod">
          <ac:chgData name="Berçem Yıldırım" userId="S::302961230@student.rocmondriaan.nl::7361b82d-f689-4f87-a8d4-4a0d8ebdf073" providerId="AD" clId="Web-{689B4905-1239-EF06-7F75-E0971D0D5016}" dt="2025-05-12T09:08:12.276" v="112" actId="1076"/>
          <ac:picMkLst>
            <pc:docMk/>
            <pc:sldMk cId="3351439039" sldId="256"/>
            <ac:picMk id="11" creationId="{B286D72E-0AD3-CFDB-8077-C1D2A217EAE8}"/>
          </ac:picMkLst>
        </pc:picChg>
        <pc:picChg chg="add mod">
          <ac:chgData name="Berçem Yıldırım" userId="S::302961230@student.rocmondriaan.nl::7361b82d-f689-4f87-a8d4-4a0d8ebdf073" providerId="AD" clId="Web-{689B4905-1239-EF06-7F75-E0971D0D5016}" dt="2025-05-12T08:27:53.030" v="77" actId="1076"/>
          <ac:picMkLst>
            <pc:docMk/>
            <pc:sldMk cId="3351439039" sldId="256"/>
            <ac:picMk id="12" creationId="{95918912-7CEA-DCFF-0FB7-01AB08E6CC6C}"/>
          </ac:picMkLst>
        </pc:picChg>
        <pc:picChg chg="add mod">
          <ac:chgData name="Berçem Yıldırım" userId="S::302961230@student.rocmondriaan.nl::7361b82d-f689-4f87-a8d4-4a0d8ebdf073" providerId="AD" clId="Web-{689B4905-1239-EF06-7F75-E0971D0D5016}" dt="2025-05-12T08:28:03.233" v="82" actId="1076"/>
          <ac:picMkLst>
            <pc:docMk/>
            <pc:sldMk cId="3351439039" sldId="256"/>
            <ac:picMk id="13" creationId="{179ADE14-C469-6F96-6F39-E3721F80B7B2}"/>
          </ac:picMkLst>
        </pc:picChg>
        <pc:picChg chg="add mod">
          <ac:chgData name="Berçem Yıldırım" userId="S::302961230@student.rocmondriaan.nl::7361b82d-f689-4f87-a8d4-4a0d8ebdf073" providerId="AD" clId="Web-{689B4905-1239-EF06-7F75-E0971D0D5016}" dt="2025-05-12T09:08:08.901" v="111" actId="1076"/>
          <ac:picMkLst>
            <pc:docMk/>
            <pc:sldMk cId="3351439039" sldId="256"/>
            <ac:picMk id="14" creationId="{22CFB797-BC2C-E3AF-178A-CCDC3920CA29}"/>
          </ac:picMkLst>
        </pc:picChg>
        <pc:picChg chg="add del mod">
          <ac:chgData name="Berçem Yıldırım" userId="S::302961230@student.rocmondriaan.nl::7361b82d-f689-4f87-a8d4-4a0d8ebdf073" providerId="AD" clId="Web-{689B4905-1239-EF06-7F75-E0971D0D5016}" dt="2025-05-12T08:27:22.622" v="64"/>
          <ac:picMkLst>
            <pc:docMk/>
            <pc:sldMk cId="3351439039" sldId="256"/>
            <ac:picMk id="14" creationId="{DCE967B3-E1C7-EC33-C334-90F04332578B}"/>
          </ac:picMkLst>
        </pc:picChg>
        <pc:picChg chg="add mod">
          <ac:chgData name="Berçem Yıldırım" userId="S::302961230@student.rocmondriaan.nl::7361b82d-f689-4f87-a8d4-4a0d8ebdf073" providerId="AD" clId="Web-{689B4905-1239-EF06-7F75-E0971D0D5016}" dt="2025-05-12T08:27:44.201" v="72" actId="1076"/>
          <ac:picMkLst>
            <pc:docMk/>
            <pc:sldMk cId="3351439039" sldId="256"/>
            <ac:picMk id="15" creationId="{347200F6-636C-A057-49B1-C7A1E301FE29}"/>
          </ac:picMkLst>
        </pc:picChg>
        <pc:picChg chg="add mod">
          <ac:chgData name="Berçem Yıldırım" userId="S::302961230@student.rocmondriaan.nl::7361b82d-f689-4f87-a8d4-4a0d8ebdf073" providerId="AD" clId="Web-{689B4905-1239-EF06-7F75-E0971D0D5016}" dt="2025-05-12T09:08:05.526" v="110" actId="1076"/>
          <ac:picMkLst>
            <pc:docMk/>
            <pc:sldMk cId="3351439039" sldId="256"/>
            <ac:picMk id="16" creationId="{5B7A2F78-C928-C286-9E00-22B2B3635B63}"/>
          </ac:picMkLst>
        </pc:picChg>
        <pc:picChg chg="add del mod">
          <ac:chgData name="Berçem Yıldırım" userId="S::302961230@student.rocmondriaan.nl::7361b82d-f689-4f87-a8d4-4a0d8ebdf073" providerId="AD" clId="Web-{689B4905-1239-EF06-7F75-E0971D0D5016}" dt="2025-05-12T08:27:49.279" v="75"/>
          <ac:picMkLst>
            <pc:docMk/>
            <pc:sldMk cId="3351439039" sldId="256"/>
            <ac:picMk id="16" creationId="{BDF8A0E8-8FED-B25D-F6E6-9D458A09145D}"/>
          </ac:picMkLst>
        </pc:picChg>
        <pc:picChg chg="add mod">
          <ac:chgData name="Berçem Yıldırım" userId="S::302961230@student.rocmondriaan.nl::7361b82d-f689-4f87-a8d4-4a0d8ebdf073" providerId="AD" clId="Web-{689B4905-1239-EF06-7F75-E0971D0D5016}" dt="2025-05-12T08:27:55.123" v="78" actId="1076"/>
          <ac:picMkLst>
            <pc:docMk/>
            <pc:sldMk cId="3351439039" sldId="256"/>
            <ac:picMk id="17" creationId="{88485A89-8305-4E7D-CDFC-33D94C2E0362}"/>
          </ac:picMkLst>
        </pc:picChg>
        <pc:picChg chg="add mod">
          <ac:chgData name="Berçem Yıldırım" userId="S::302961230@student.rocmondriaan.nl::7361b82d-f689-4f87-a8d4-4a0d8ebdf073" providerId="AD" clId="Web-{689B4905-1239-EF06-7F75-E0971D0D5016}" dt="2025-05-12T08:27:24.700" v="65" actId="1076"/>
          <ac:picMkLst>
            <pc:docMk/>
            <pc:sldMk cId="3351439039" sldId="256"/>
            <ac:picMk id="18" creationId="{0929B0E5-F4FC-17D9-34BE-85C4A1199532}"/>
          </ac:picMkLst>
        </pc:picChg>
        <pc:picChg chg="add mod">
          <ac:chgData name="Berçem Yıldırım" userId="S::302961230@student.rocmondriaan.nl::7361b82d-f689-4f87-a8d4-4a0d8ebdf073" providerId="AD" clId="Web-{689B4905-1239-EF06-7F75-E0971D0D5016}" dt="2025-05-12T08:27:43.748" v="71" actId="1076"/>
          <ac:picMkLst>
            <pc:docMk/>
            <pc:sldMk cId="3351439039" sldId="256"/>
            <ac:picMk id="19" creationId="{FFEACAFA-79F9-3EA5-CCB2-2BE1C5ED6974}"/>
          </ac:picMkLst>
        </pc:picChg>
        <pc:picChg chg="add del mod">
          <ac:chgData name="Berçem Yıldırım" userId="S::302961230@student.rocmondriaan.nl::7361b82d-f689-4f87-a8d4-4a0d8ebdf073" providerId="AD" clId="Web-{689B4905-1239-EF06-7F75-E0971D0D5016}" dt="2025-05-12T08:27:49.858" v="76"/>
          <ac:picMkLst>
            <pc:docMk/>
            <pc:sldMk cId="3351439039" sldId="256"/>
            <ac:picMk id="20" creationId="{6FA2DB08-08C5-A1E6-F021-E472B2C61DD4}"/>
          </ac:picMkLst>
        </pc:picChg>
        <pc:picChg chg="add mod">
          <ac:chgData name="Berçem Yıldırım" userId="S::302961230@student.rocmondriaan.nl::7361b82d-f689-4f87-a8d4-4a0d8ebdf073" providerId="AD" clId="Web-{689B4905-1239-EF06-7F75-E0971D0D5016}" dt="2025-05-12T09:08:25.870" v="116" actId="1076"/>
          <ac:picMkLst>
            <pc:docMk/>
            <pc:sldMk cId="3351439039" sldId="256"/>
            <ac:picMk id="20" creationId="{BF96E05C-459A-3EEF-2F3A-0FB63E418813}"/>
          </ac:picMkLst>
        </pc:picChg>
        <pc:picChg chg="add mod">
          <ac:chgData name="Berçem Yıldırım" userId="S::302961230@student.rocmondriaan.nl::7361b82d-f689-4f87-a8d4-4a0d8ebdf073" providerId="AD" clId="Web-{689B4905-1239-EF06-7F75-E0971D0D5016}" dt="2025-05-12T08:27:57.264" v="79" actId="1076"/>
          <ac:picMkLst>
            <pc:docMk/>
            <pc:sldMk cId="3351439039" sldId="256"/>
            <ac:picMk id="21" creationId="{9597C01F-A4E6-DE38-5003-2D41033A986F}"/>
          </ac:picMkLst>
        </pc:picChg>
        <pc:picChg chg="add mod">
          <ac:chgData name="Berçem Yıldırım" userId="S::302961230@student.rocmondriaan.nl::7361b82d-f689-4f87-a8d4-4a0d8ebdf073" providerId="AD" clId="Web-{689B4905-1239-EF06-7F75-E0971D0D5016}" dt="2025-05-12T08:28:00.749" v="80" actId="1076"/>
          <ac:picMkLst>
            <pc:docMk/>
            <pc:sldMk cId="3351439039" sldId="256"/>
            <ac:picMk id="22" creationId="{BF01E68E-214D-015F-2107-0FD967D6D33B}"/>
          </ac:picMkLst>
        </pc:picChg>
        <pc:picChg chg="add mod">
          <ac:chgData name="Berçem Yıldırım" userId="S::302961230@student.rocmondriaan.nl::7361b82d-f689-4f87-a8d4-4a0d8ebdf073" providerId="AD" clId="Web-{689B4905-1239-EF06-7F75-E0971D0D5016}" dt="2025-05-12T08:26:09.620" v="49" actId="1076"/>
          <ac:picMkLst>
            <pc:docMk/>
            <pc:sldMk cId="3351439039" sldId="256"/>
            <ac:picMk id="23" creationId="{03607C82-C4D6-8B10-8E44-B3A4EE12B57C}"/>
          </ac:picMkLst>
        </pc:picChg>
        <pc:picChg chg="add del">
          <ac:chgData name="Berçem Yıldırım" userId="S::302961230@student.rocmondriaan.nl::7361b82d-f689-4f87-a8d4-4a0d8ebdf073" providerId="AD" clId="Web-{689B4905-1239-EF06-7F75-E0971D0D5016}" dt="2025-05-12T08:28:08.796" v="85"/>
          <ac:picMkLst>
            <pc:docMk/>
            <pc:sldMk cId="3351439039" sldId="256"/>
            <ac:picMk id="24" creationId="{2287A4A0-C639-D03D-E88D-90CBEAFF4782}"/>
          </ac:picMkLst>
        </pc:picChg>
        <pc:picChg chg="add mod">
          <ac:chgData name="Berçem Yıldırım" userId="S::302961230@student.rocmondriaan.nl::7361b82d-f689-4f87-a8d4-4a0d8ebdf073" providerId="AD" clId="Web-{689B4905-1239-EF06-7F75-E0971D0D5016}" dt="2025-05-12T09:08:19.542" v="115" actId="1076"/>
          <ac:picMkLst>
            <pc:docMk/>
            <pc:sldMk cId="3351439039" sldId="256"/>
            <ac:picMk id="24" creationId="{F68E8BC5-28AB-EAB9-E6AD-A9586534E27C}"/>
          </ac:picMkLst>
        </pc:picChg>
        <pc:picChg chg="add mod">
          <ac:chgData name="Berçem Yıldırım" userId="S::302961230@student.rocmondriaan.nl::7361b82d-f689-4f87-a8d4-4a0d8ebdf073" providerId="AD" clId="Web-{689B4905-1239-EF06-7F75-E0971D0D5016}" dt="2025-05-12T09:08:36.511" v="118" actId="1076"/>
          <ac:picMkLst>
            <pc:docMk/>
            <pc:sldMk cId="3351439039" sldId="256"/>
            <ac:picMk id="25" creationId="{2998F708-0E1B-5315-9865-4399B2892381}"/>
          </ac:picMkLst>
        </pc:picChg>
        <pc:picChg chg="add del">
          <ac:chgData name="Berçem Yıldırım" userId="S::302961230@student.rocmondriaan.nl::7361b82d-f689-4f87-a8d4-4a0d8ebdf073" providerId="AD" clId="Web-{689B4905-1239-EF06-7F75-E0971D0D5016}" dt="2025-05-12T08:28:07.233" v="84"/>
          <ac:picMkLst>
            <pc:docMk/>
            <pc:sldMk cId="3351439039" sldId="256"/>
            <ac:picMk id="25" creationId="{B497B912-3824-D62C-24F4-65066D48259F}"/>
          </ac:picMkLst>
        </pc:picChg>
        <pc:picChg chg="add mod">
          <ac:chgData name="Berçem Yıldırım" userId="S::302961230@student.rocmondriaan.nl::7361b82d-f689-4f87-a8d4-4a0d8ebdf073" providerId="AD" clId="Web-{689B4905-1239-EF06-7F75-E0971D0D5016}" dt="2025-05-12T08:27:31.982" v="67" actId="1076"/>
          <ac:picMkLst>
            <pc:docMk/>
            <pc:sldMk cId="3351439039" sldId="256"/>
            <ac:picMk id="26" creationId="{51248DF8-1A41-D537-2FF6-4EA12B9FDBB7}"/>
          </ac:picMkLst>
        </pc:picChg>
        <pc:picChg chg="add mod">
          <ac:chgData name="Berçem Yıldırım" userId="S::302961230@student.rocmondriaan.nl::7361b82d-f689-4f87-a8d4-4a0d8ebdf073" providerId="AD" clId="Web-{689B4905-1239-EF06-7F75-E0971D0D5016}" dt="2025-05-12T08:27:27.357" v="66" actId="1076"/>
          <ac:picMkLst>
            <pc:docMk/>
            <pc:sldMk cId="3351439039" sldId="256"/>
            <ac:picMk id="27" creationId="{0EA38EDF-E94D-AE2F-5D17-812D7C695E4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12.05.2025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9299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12.05.2025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5912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12.05.2025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3495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12.05.2025</a:t>
            </a:fld>
            <a:endParaRPr lang="de-D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7811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12.05.2025</a:t>
            </a:fld>
            <a:endParaRPr lang="de-D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8315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12.05.2025</a:t>
            </a:fld>
            <a:endParaRPr lang="de-D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7782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12.05.2025</a:t>
            </a:fld>
            <a:endParaRPr lang="de-D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9604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12.05.2025</a:t>
            </a:fld>
            <a:endParaRPr lang="de-D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8389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12.05.2025</a:t>
            </a:fld>
            <a:endParaRPr lang="de-D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292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12.05.2025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5967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12.05.2025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1119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953BDC-9EAE-49FE-9892-958C9F845175}" type="datetimeFigureOut">
              <a:rPr lang="de-DE" smtClean="0"/>
              <a:t>12.05.2025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814C8-F66B-4915-9FEC-D62A1DED08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546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>
            <a:extLst>
              <a:ext uri="{FF2B5EF4-FFF2-40B4-BE49-F238E27FC236}">
                <a16:creationId xmlns:a16="http://schemas.microsoft.com/office/drawing/2014/main" id="{6A1136AE-B15B-56E9-C3A1-E45D99CE4429}"/>
              </a:ext>
            </a:extLst>
          </p:cNvPr>
          <p:cNvSpPr/>
          <p:nvPr/>
        </p:nvSpPr>
        <p:spPr>
          <a:xfrm>
            <a:off x="281835" y="208767"/>
            <a:ext cx="11659643" cy="64509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br>
              <a:rPr lang="en-US" dirty="0"/>
            </a:br>
            <a:endParaRPr lang="en-US" dirty="0"/>
          </a:p>
          <a:p>
            <a:endParaRPr lang="nl-NL" dirty="0"/>
          </a:p>
          <a:p>
            <a:endParaRPr lang="nl-NL"/>
          </a:p>
        </p:txBody>
      </p:sp>
      <p:pic>
        <p:nvPicPr>
          <p:cNvPr id="5" name="Afbeelding 4" descr="Wolf ">
            <a:extLst>
              <a:ext uri="{FF2B5EF4-FFF2-40B4-BE49-F238E27FC236}">
                <a16:creationId xmlns:a16="http://schemas.microsoft.com/office/drawing/2014/main" id="{836D79FC-1859-754C-DDBE-2EA127298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954" y="1717713"/>
            <a:ext cx="1182478" cy="1173297"/>
          </a:xfrm>
          <a:prstGeom prst="rect">
            <a:avLst/>
          </a:prstGeom>
        </p:spPr>
      </p:pic>
      <p:pic>
        <p:nvPicPr>
          <p:cNvPr id="6" name="Afbeelding 5" descr="Tree ">
            <a:extLst>
              <a:ext uri="{FF2B5EF4-FFF2-40B4-BE49-F238E27FC236}">
                <a16:creationId xmlns:a16="http://schemas.microsoft.com/office/drawing/2014/main" id="{1855C0F8-319B-FC20-472C-EE1E9A2DB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911509" y="2865304"/>
            <a:ext cx="800559" cy="806069"/>
          </a:xfrm>
          <a:prstGeom prst="rect">
            <a:avLst/>
          </a:prstGeom>
        </p:spPr>
      </p:pic>
      <p:pic>
        <p:nvPicPr>
          <p:cNvPr id="7" name="Afbeelding 6" descr="Tree ">
            <a:extLst>
              <a:ext uri="{FF2B5EF4-FFF2-40B4-BE49-F238E27FC236}">
                <a16:creationId xmlns:a16="http://schemas.microsoft.com/office/drawing/2014/main" id="{285584D9-3026-307F-C5C1-C2DCF08E0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191220" y="909810"/>
            <a:ext cx="800559" cy="806069"/>
          </a:xfrm>
          <a:prstGeom prst="rect">
            <a:avLst/>
          </a:prstGeom>
        </p:spPr>
      </p:pic>
      <p:pic>
        <p:nvPicPr>
          <p:cNvPr id="8" name="Afbeelding 7" descr="Tree ">
            <a:extLst>
              <a:ext uri="{FF2B5EF4-FFF2-40B4-BE49-F238E27FC236}">
                <a16:creationId xmlns:a16="http://schemas.microsoft.com/office/drawing/2014/main" id="{665AE7DD-840C-4538-FF72-7B5F967CC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107196" y="909810"/>
            <a:ext cx="800559" cy="806069"/>
          </a:xfrm>
          <a:prstGeom prst="rect">
            <a:avLst/>
          </a:prstGeom>
        </p:spPr>
      </p:pic>
      <p:pic>
        <p:nvPicPr>
          <p:cNvPr id="10" name="Afbeelding 9" descr="Tree ">
            <a:extLst>
              <a:ext uri="{FF2B5EF4-FFF2-40B4-BE49-F238E27FC236}">
                <a16:creationId xmlns:a16="http://schemas.microsoft.com/office/drawing/2014/main" id="{83AF87F5-776A-8DBC-AF2E-30F057690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293605" y="909810"/>
            <a:ext cx="800559" cy="806069"/>
          </a:xfrm>
          <a:prstGeom prst="rect">
            <a:avLst/>
          </a:prstGeom>
        </p:spPr>
      </p:pic>
      <p:pic>
        <p:nvPicPr>
          <p:cNvPr id="12" name="Afbeelding 11" descr="Tree ">
            <a:extLst>
              <a:ext uri="{FF2B5EF4-FFF2-40B4-BE49-F238E27FC236}">
                <a16:creationId xmlns:a16="http://schemas.microsoft.com/office/drawing/2014/main" id="{95918912-7CEA-DCFF-0FB7-01AB08E6C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735678" y="909810"/>
            <a:ext cx="800559" cy="806069"/>
          </a:xfrm>
          <a:prstGeom prst="rect">
            <a:avLst/>
          </a:prstGeom>
        </p:spPr>
      </p:pic>
      <p:pic>
        <p:nvPicPr>
          <p:cNvPr id="13" name="Afbeelding 12" descr="Tree ">
            <a:extLst>
              <a:ext uri="{FF2B5EF4-FFF2-40B4-BE49-F238E27FC236}">
                <a16:creationId xmlns:a16="http://schemas.microsoft.com/office/drawing/2014/main" id="{179ADE14-C469-6F96-6F39-E3721F80B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911508" y="909809"/>
            <a:ext cx="800559" cy="806069"/>
          </a:xfrm>
          <a:prstGeom prst="rect">
            <a:avLst/>
          </a:prstGeom>
        </p:spPr>
      </p:pic>
      <p:pic>
        <p:nvPicPr>
          <p:cNvPr id="15" name="Afbeelding 14" descr="Tree ">
            <a:extLst>
              <a:ext uri="{FF2B5EF4-FFF2-40B4-BE49-F238E27FC236}">
                <a16:creationId xmlns:a16="http://schemas.microsoft.com/office/drawing/2014/main" id="{347200F6-636C-A057-49B1-C7A1E301F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293606" y="2865304"/>
            <a:ext cx="800559" cy="806069"/>
          </a:xfrm>
          <a:prstGeom prst="rect">
            <a:avLst/>
          </a:prstGeom>
        </p:spPr>
      </p:pic>
      <p:pic>
        <p:nvPicPr>
          <p:cNvPr id="17" name="Afbeelding 16" descr="Tree ">
            <a:extLst>
              <a:ext uri="{FF2B5EF4-FFF2-40B4-BE49-F238E27FC236}">
                <a16:creationId xmlns:a16="http://schemas.microsoft.com/office/drawing/2014/main" id="{88485A89-8305-4E7D-CDFC-33D94C2E0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735678" y="2865304"/>
            <a:ext cx="800559" cy="806069"/>
          </a:xfrm>
          <a:prstGeom prst="rect">
            <a:avLst/>
          </a:prstGeom>
        </p:spPr>
      </p:pic>
      <p:pic>
        <p:nvPicPr>
          <p:cNvPr id="18" name="Afbeelding 17" descr="Tree ">
            <a:extLst>
              <a:ext uri="{FF2B5EF4-FFF2-40B4-BE49-F238E27FC236}">
                <a16:creationId xmlns:a16="http://schemas.microsoft.com/office/drawing/2014/main" id="{0929B0E5-F4FC-17D9-34BE-85C4A1199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044327" y="2865303"/>
            <a:ext cx="800559" cy="806069"/>
          </a:xfrm>
          <a:prstGeom prst="rect">
            <a:avLst/>
          </a:prstGeom>
        </p:spPr>
      </p:pic>
      <p:pic>
        <p:nvPicPr>
          <p:cNvPr id="19" name="Afbeelding 18" descr="Tree ">
            <a:extLst>
              <a:ext uri="{FF2B5EF4-FFF2-40B4-BE49-F238E27FC236}">
                <a16:creationId xmlns:a16="http://schemas.microsoft.com/office/drawing/2014/main" id="{FFEACAFA-79F9-3EA5-CCB2-2BE1C5ED6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311966" y="4839159"/>
            <a:ext cx="800559" cy="806069"/>
          </a:xfrm>
          <a:prstGeom prst="rect">
            <a:avLst/>
          </a:prstGeom>
        </p:spPr>
      </p:pic>
      <p:pic>
        <p:nvPicPr>
          <p:cNvPr id="21" name="Afbeelding 20" descr="Tree ">
            <a:extLst>
              <a:ext uri="{FF2B5EF4-FFF2-40B4-BE49-F238E27FC236}">
                <a16:creationId xmlns:a16="http://schemas.microsoft.com/office/drawing/2014/main" id="{9597C01F-A4E6-DE38-5003-2D41033A9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735678" y="4839159"/>
            <a:ext cx="800559" cy="806069"/>
          </a:xfrm>
          <a:prstGeom prst="rect">
            <a:avLst/>
          </a:prstGeom>
        </p:spPr>
      </p:pic>
      <p:pic>
        <p:nvPicPr>
          <p:cNvPr id="22" name="Afbeelding 21" descr="Tree ">
            <a:extLst>
              <a:ext uri="{FF2B5EF4-FFF2-40B4-BE49-F238E27FC236}">
                <a16:creationId xmlns:a16="http://schemas.microsoft.com/office/drawing/2014/main" id="{BF01E68E-214D-015F-2107-0FD967D6D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911509" y="4765714"/>
            <a:ext cx="800559" cy="806069"/>
          </a:xfrm>
          <a:prstGeom prst="rect">
            <a:avLst/>
          </a:prstGeom>
        </p:spPr>
      </p:pic>
      <p:pic>
        <p:nvPicPr>
          <p:cNvPr id="23" name="Afbeelding 22" descr="Tree ">
            <a:extLst>
              <a:ext uri="{FF2B5EF4-FFF2-40B4-BE49-F238E27FC236}">
                <a16:creationId xmlns:a16="http://schemas.microsoft.com/office/drawing/2014/main" id="{03607C82-C4D6-8B10-8E44-B3A4EE12B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107196" y="2865304"/>
            <a:ext cx="800559" cy="806069"/>
          </a:xfrm>
          <a:prstGeom prst="rect">
            <a:avLst/>
          </a:prstGeom>
        </p:spPr>
      </p:pic>
      <p:pic>
        <p:nvPicPr>
          <p:cNvPr id="26" name="Afbeelding 25" descr="Tree ">
            <a:extLst>
              <a:ext uri="{FF2B5EF4-FFF2-40B4-BE49-F238E27FC236}">
                <a16:creationId xmlns:a16="http://schemas.microsoft.com/office/drawing/2014/main" id="{51248DF8-1A41-D537-2FF6-4EA12B9FD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33749" y="4765713"/>
            <a:ext cx="800559" cy="806069"/>
          </a:xfrm>
          <a:prstGeom prst="rect">
            <a:avLst/>
          </a:prstGeom>
        </p:spPr>
      </p:pic>
      <p:pic>
        <p:nvPicPr>
          <p:cNvPr id="27" name="Afbeelding 26" descr="Tree ">
            <a:extLst>
              <a:ext uri="{FF2B5EF4-FFF2-40B4-BE49-F238E27FC236}">
                <a16:creationId xmlns:a16="http://schemas.microsoft.com/office/drawing/2014/main" id="{0EA38EDF-E94D-AE2F-5D17-812D7C695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044328" y="4839158"/>
            <a:ext cx="800559" cy="806069"/>
          </a:xfrm>
          <a:prstGeom prst="rect">
            <a:avLst/>
          </a:prstGeom>
        </p:spPr>
      </p:pic>
      <p:pic>
        <p:nvPicPr>
          <p:cNvPr id="2" name="Afbeelding 1" descr="Little red riding hood ">
            <a:extLst>
              <a:ext uri="{FF2B5EF4-FFF2-40B4-BE49-F238E27FC236}">
                <a16:creationId xmlns:a16="http://schemas.microsoft.com/office/drawing/2014/main" id="{D27AA21F-0886-1B95-A4AA-9878B5FB49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364" y="3856822"/>
            <a:ext cx="769345" cy="806068"/>
          </a:xfrm>
          <a:prstGeom prst="rect">
            <a:avLst/>
          </a:prstGeom>
        </p:spPr>
      </p:pic>
      <p:pic>
        <p:nvPicPr>
          <p:cNvPr id="9" name="Afbeelding 8" descr="Home ">
            <a:extLst>
              <a:ext uri="{FF2B5EF4-FFF2-40B4-BE49-F238E27FC236}">
                <a16:creationId xmlns:a16="http://schemas.microsoft.com/office/drawing/2014/main" id="{5DA20AB6-F1F2-3C1D-A4DB-D6096A6087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29581" y="395689"/>
            <a:ext cx="851972" cy="806068"/>
          </a:xfrm>
          <a:prstGeom prst="rect">
            <a:avLst/>
          </a:prstGeom>
        </p:spPr>
      </p:pic>
      <p:pic>
        <p:nvPicPr>
          <p:cNvPr id="11" name="Afbeelding 10" descr="Wicker basket ">
            <a:extLst>
              <a:ext uri="{FF2B5EF4-FFF2-40B4-BE49-F238E27FC236}">
                <a16:creationId xmlns:a16="http://schemas.microsoft.com/office/drawing/2014/main" id="{B286D72E-0AD3-CFDB-8077-C1D2A217EA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3894" y="2057400"/>
            <a:ext cx="668357" cy="659176"/>
          </a:xfrm>
          <a:prstGeom prst="rect">
            <a:avLst/>
          </a:prstGeom>
        </p:spPr>
      </p:pic>
      <p:pic>
        <p:nvPicPr>
          <p:cNvPr id="14" name="Afbeelding 13" descr="Wicker basket ">
            <a:extLst>
              <a:ext uri="{FF2B5EF4-FFF2-40B4-BE49-F238E27FC236}">
                <a16:creationId xmlns:a16="http://schemas.microsoft.com/office/drawing/2014/main" id="{22CFB797-BC2C-E3AF-178A-CCDC3920CA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3893" y="5463448"/>
            <a:ext cx="668357" cy="659176"/>
          </a:xfrm>
          <a:prstGeom prst="rect">
            <a:avLst/>
          </a:prstGeom>
        </p:spPr>
      </p:pic>
      <p:pic>
        <p:nvPicPr>
          <p:cNvPr id="16" name="Afbeelding 15" descr="Wicker basket ">
            <a:extLst>
              <a:ext uri="{FF2B5EF4-FFF2-40B4-BE49-F238E27FC236}">
                <a16:creationId xmlns:a16="http://schemas.microsoft.com/office/drawing/2014/main" id="{5B7A2F78-C928-C286-9E00-22B2B3635B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1147" y="2057400"/>
            <a:ext cx="668357" cy="659176"/>
          </a:xfrm>
          <a:prstGeom prst="rect">
            <a:avLst/>
          </a:prstGeom>
        </p:spPr>
      </p:pic>
      <p:pic>
        <p:nvPicPr>
          <p:cNvPr id="20" name="Afbeelding 19" descr="Wicker basket ">
            <a:extLst>
              <a:ext uri="{FF2B5EF4-FFF2-40B4-BE49-F238E27FC236}">
                <a16:creationId xmlns:a16="http://schemas.microsoft.com/office/drawing/2014/main" id="{BF96E05C-459A-3EEF-2F3A-0FB63E4188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182" y="3930267"/>
            <a:ext cx="668357" cy="659176"/>
          </a:xfrm>
          <a:prstGeom prst="rect">
            <a:avLst/>
          </a:prstGeom>
        </p:spPr>
      </p:pic>
      <p:pic>
        <p:nvPicPr>
          <p:cNvPr id="24" name="Afbeelding 23" descr="Wicker basket ">
            <a:extLst>
              <a:ext uri="{FF2B5EF4-FFF2-40B4-BE49-F238E27FC236}">
                <a16:creationId xmlns:a16="http://schemas.microsoft.com/office/drawing/2014/main" id="{F68E8BC5-28AB-EAB9-E6AD-A9586534E2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1147" y="5463448"/>
            <a:ext cx="668357" cy="659176"/>
          </a:xfrm>
          <a:prstGeom prst="rect">
            <a:avLst/>
          </a:prstGeom>
        </p:spPr>
      </p:pic>
      <p:pic>
        <p:nvPicPr>
          <p:cNvPr id="25" name="Afbeelding 24" descr="Wicker basket ">
            <a:extLst>
              <a:ext uri="{FF2B5EF4-FFF2-40B4-BE49-F238E27FC236}">
                <a16:creationId xmlns:a16="http://schemas.microsoft.com/office/drawing/2014/main" id="{2998F708-0E1B-5315-9865-4399B28923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6447" y="395688"/>
            <a:ext cx="668357" cy="65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439039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Kantoor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Breedbeeld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2" baseType="lpstr">
      <vt:lpstr>Kantoorthema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55</cp:revision>
  <dcterms:created xsi:type="dcterms:W3CDTF">2025-05-12T08:19:43Z</dcterms:created>
  <dcterms:modified xsi:type="dcterms:W3CDTF">2025-05-12T09:08:39Z</dcterms:modified>
</cp:coreProperties>
</file>